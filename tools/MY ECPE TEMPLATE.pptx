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61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102E"/>
    <a:srgbClr val="FFFFFF"/>
    <a:srgbClr val="F1BE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62" d="100"/>
          <a:sy n="62" d="100"/>
        </p:scale>
        <p:origin x="70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525B432-ECC3-DE24-2124-0CB497B3E1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79191-53AB-B3AD-3E23-9D66448090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F79F3-10DB-4A81-90E6-B18E857C8AC6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0E343-5C4F-53AE-B0E3-A60F479F65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Department of Electrical and Computer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E655D-ECB2-C641-7A4D-074BB53ABC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F81CB5-C996-4993-80F0-79F1F5128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33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0157F-3F3F-4105-9A15-445B2ECD8A93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Department of Electrical and Computer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5BC553-1154-4BE9-9BCF-72DF1AE4A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3285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03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ke---coover028_main">
            <a:extLst>
              <a:ext uri="{FF2B5EF4-FFF2-40B4-BE49-F238E27FC236}">
                <a16:creationId xmlns:a16="http://schemas.microsoft.com/office/drawing/2014/main" id="{2468848A-B34F-1ABE-9038-994CB52C7AA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" r="2803"/>
          <a:stretch/>
        </p:blipFill>
        <p:spPr bwMode="auto">
          <a:xfrm>
            <a:off x="0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EAF2391-AFB5-81EB-96AD-E881AC5DFE0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C8102E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srgbClr val="C8102E"/>
              </a:solidFill>
              <a:latin typeface="Times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CDF0AE-2AC5-C9CA-E0D9-989E0AF37C37}"/>
              </a:ext>
            </a:extLst>
          </p:cNvPr>
          <p:cNvCxnSpPr/>
          <p:nvPr userDrawn="1"/>
        </p:nvCxnSpPr>
        <p:spPr bwMode="auto">
          <a:xfrm>
            <a:off x="0" y="4682067"/>
            <a:ext cx="12192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5099FC9-F6FF-178A-9C1C-A07A8C7C2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256386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589FC3-5711-B9AE-33BB-D9F697615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3714240"/>
            <a:ext cx="9144000" cy="90302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E8A92-4AE8-50F0-CC86-6E91A256C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7F9EC-6C12-415A-B992-6B0674F95F95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742B4-209C-8F13-A05A-29E34A5C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E3F67-C4CE-A442-1478-B8ABF808B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 descr="ISU LEFT white.eps">
            <a:extLst>
              <a:ext uri="{FF2B5EF4-FFF2-40B4-BE49-F238E27FC236}">
                <a16:creationId xmlns:a16="http://schemas.microsoft.com/office/drawing/2014/main" id="{161D84A0-17F7-00C6-01E8-A898D577C4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0" y="6503215"/>
            <a:ext cx="2396490" cy="197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8040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30D32-ED7D-8B04-2298-21DA805AE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99E3B-115F-21D5-820A-2737C0358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C94A2-534E-6930-09AC-CA767A5F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018B-2089-4CFE-B3A7-B76B933A4750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1E10F-A33E-5FDB-7C81-C66F854E1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1F7A3-EDC1-F822-5BCF-33C20902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90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874A-7FE9-DF94-5E12-F6F54D7A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97919-AD9A-C8C0-29DD-AD5FDC020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CAE7A-ADFE-5C30-B57B-CB77AE278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86CC3-AE7B-4CD5-8B9C-208D1CD998FA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B5058-19AC-AF60-1E3F-084FBBE6E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C4E67-9DA3-530C-73F7-D8C73AF5E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89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D6042-D21B-8BB3-46C5-33DA56DB4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3CDCE-B07F-C73E-8CD3-B7B6D81794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72748-72B4-DCF9-6765-A5A70CECC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36A1A-9466-481A-B34A-F3B8BB57A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B342-60D5-41EA-B7CA-E0029420122C}" type="datetime1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5D015-DF2F-A9B2-C6A9-204A2300A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03D93-4C82-7DE3-7FF5-116474AB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77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F8ED3-BEF3-1797-F031-3FBC2FE8E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3D4BB-7B40-2414-7B99-1EE5807E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FF800-CDFC-73E9-7498-4285E324F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97CFF-FB4C-A6F4-4CE1-8C7A4FCF0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74AA93-BBBF-D625-F6CA-24B93FEE16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6E968F-D8F4-AD2D-B5EE-1B213EAD0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65DA-AC0A-4A1A-AD01-227574AEBF70}" type="datetime1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B94A7-1D04-A535-091C-2CA01CB16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966200-B016-29BA-54BB-6401E151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5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73F7B-ACA5-21B9-763D-DAEADB8F9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50E2F4-D0C4-2678-E2EC-E52483584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A2BF-939B-4FAE-87B0-B8D31EE3608D}" type="datetime1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339942-FE99-730A-0BBD-98F2D4A5C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61859C-0649-115D-D7CC-B73BEB842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8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E2C1D1-8790-73E3-FFEE-FF712F08B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01A44-9AD7-4146-9ED7-79D59C405FCC}" type="datetime1">
              <a:rPr lang="en-US" smtClean="0"/>
              <a:t>3/26/2025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FDD2FF-75EE-03BA-6D8F-8154DDBF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C8BF3-2DAD-C461-A169-DB10DF97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14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7407-DD1B-049C-4896-294EEA65A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C0F2D-44F7-1D6D-0469-CD67DFC14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2C0713-3103-FFA3-EBFE-5B92B971F9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64F54-7BDA-78B7-B503-12246340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B566-BED6-4CD7-9C28-B9BD254D4468}" type="datetime1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FC1A0-C2D0-DE5C-0773-2B3EE2491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510B6-E579-87F1-928C-79D1F96D6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8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6A292-AD8B-30EB-2495-AEF3AE978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EB9366-4294-7657-52A8-87A3B7F6D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7DBC2-F83A-909E-D17C-86B772A37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CA873-DAF5-4C82-D40A-1E20DDBF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1D56B-5409-4110-95A4-1FB71B01937B}" type="datetime1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79290-8069-5F64-90F6-D134A0C6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DF4FA-E108-FA07-8AA3-F861F184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81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24CE4-675E-2BD1-6ED2-6CA77A6A0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CA654-359D-BE7E-0D8C-1D1332932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7228B-91C3-138D-CE9E-EFDDC430C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DB5E3-BEF7-479B-897D-9B47EB2A1783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62D88-291F-015A-0502-B7A932A3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C7CCC-CA9E-8E98-AD62-4882DF22F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7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46241F-487A-46AD-E3EE-F76FCA723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63E556-0027-86B1-AD83-2A541EA3B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D68E8-DC7E-5EDD-4C09-21EA98D66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72B4B-65FD-456C-9EC1-BCA470F0DDE8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5AAD6-4AB1-1318-1B49-82D02025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22DF0-88A9-46B4-210C-1E35E79F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889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486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>
            <a:extLst>
              <a:ext uri="{FF2B5EF4-FFF2-40B4-BE49-F238E27FC236}">
                <a16:creationId xmlns:a16="http://schemas.microsoft.com/office/drawing/2014/main" id="{D1BF3FFC-C2EA-77F8-1BB7-6CBB395085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48431"/>
            <a:ext cx="12192000" cy="509569"/>
          </a:xfrm>
          <a:prstGeom prst="rect">
            <a:avLst/>
          </a:prstGeom>
          <a:solidFill>
            <a:srgbClr val="C8102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6255F-4064-8FA1-871D-3DFCDF180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7F3E4-0B74-32F1-B31C-034488E4A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A4767-0497-8734-A5A9-11335B9B8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87444" y="64280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AB8D3BAB-5EC2-450E-9503-868C16167A0B}" type="datetime1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B4496-D1E7-26B2-7D26-68F7604D9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83399" y="642806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Department of Electrical and Computer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BEDF-0EDE-9ABD-ECB6-B0AECE5EB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8200" y="6428067"/>
            <a:ext cx="35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A0B36A7-5598-42A3-AA41-E971AAE8FC3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ISU LEFT white.eps">
            <a:extLst>
              <a:ext uri="{FF2B5EF4-FFF2-40B4-BE49-F238E27FC236}">
                <a16:creationId xmlns:a16="http://schemas.microsoft.com/office/drawing/2014/main" id="{9BD7AC51-ABBF-CA0B-954E-B1534FCAA244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0" y="6503215"/>
            <a:ext cx="2396490" cy="197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095FD7-502E-604A-7300-89AF5F9CB5E1}"/>
              </a:ext>
            </a:extLst>
          </p:cNvPr>
          <p:cNvCxnSpPr/>
          <p:nvPr userDrawn="1"/>
        </p:nvCxnSpPr>
        <p:spPr bwMode="auto">
          <a:xfrm>
            <a:off x="10998200" y="6548174"/>
            <a:ext cx="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5806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4B46ED1-B1B4-2187-7CB5-2E9C2CFA4A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" r="2803"/>
          <a:stretch/>
        </p:blipFill>
        <p:spPr bwMode="auto">
          <a:xfrm>
            <a:off x="0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C8102E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srgbClr val="C8102E"/>
              </a:solidFill>
              <a:latin typeface="Times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00" y="8467"/>
            <a:ext cx="8875059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19200" y="3564467"/>
            <a:ext cx="9042400" cy="45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b="1" dirty="0">
                <a:solidFill>
                  <a:schemeClr val="bg1"/>
                </a:solidFill>
                <a:latin typeface="Univers 75 Black" charset="0"/>
                <a:ea typeface="Univers 75 Black" charset="0"/>
                <a:cs typeface="Univers 75 Black" charset="0"/>
              </a:rPr>
              <a:t>Department of Electrical and Computer Engineering</a:t>
            </a:r>
          </a:p>
        </p:txBody>
      </p:sp>
      <p:cxnSp>
        <p:nvCxnSpPr>
          <p:cNvPr id="22" name="Straight Connector 21"/>
          <p:cNvCxnSpPr/>
          <p:nvPr/>
        </p:nvCxnSpPr>
        <p:spPr bwMode="auto">
          <a:xfrm>
            <a:off x="0" y="4682067"/>
            <a:ext cx="12192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/>
          <p:nvPr/>
        </p:nvCxnSpPr>
        <p:spPr bwMode="auto">
          <a:xfrm>
            <a:off x="0" y="2243667"/>
            <a:ext cx="12192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245937" y="5257800"/>
            <a:ext cx="95504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"/>
            <a:r>
              <a:rPr lang="en-US" sz="2133" i="1" dirty="0">
                <a:solidFill>
                  <a:schemeClr val="bg1"/>
                </a:solidFill>
                <a:latin typeface="Univers 55 Oblique" charset="0"/>
                <a:ea typeface="Univers 55 Oblique" charset="0"/>
                <a:cs typeface="Univers 55 Oblique" charset="0"/>
              </a:rPr>
              <a:t>Have no fear! The room you’re looking for is right here.</a:t>
            </a:r>
          </a:p>
        </p:txBody>
      </p:sp>
    </p:spTree>
    <p:extLst>
      <p:ext uri="{BB962C8B-B14F-4D97-AF65-F5344CB8AC3E}">
        <p14:creationId xmlns:p14="http://schemas.microsoft.com/office/powerpoint/2010/main" val="746562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5384B51-010B-933D-356F-5291BC9DF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>
                <a:solidFill>
                  <a:schemeClr val="bg1"/>
                </a:solidFill>
                <a:latin typeface="Univers 57 Condensed" charset="0"/>
                <a:ea typeface="Univers 57 Condensed" charset="0"/>
                <a:cs typeface="Univers 57 Condensed" charset="0"/>
              </a:rPr>
              <a:t>Exploring Synergies</a:t>
            </a:r>
            <a:endParaRPr lang="en-US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2CDA5460-8349-97F6-5811-AC0241153F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bg1"/>
                </a:solidFill>
                <a:latin typeface="Univers 55 Roman" charset="0"/>
                <a:ea typeface="Univers 55 Roman" charset="0"/>
                <a:cs typeface="Univers 55 Roman" charset="0"/>
              </a:rPr>
              <a:t>Aligning Research Interests for Potential Funding Opportunities</a:t>
            </a:r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A90D14-1355-F056-A3D2-4990FE301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0D4369-7454-1EA1-35A9-6F1A1ED5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2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1EF35E-615C-3383-577B-948A02AF02F7}"/>
              </a:ext>
            </a:extLst>
          </p:cNvPr>
          <p:cNvSpPr txBox="1"/>
          <p:nvPr/>
        </p:nvSpPr>
        <p:spPr>
          <a:xfrm>
            <a:off x="1219200" y="4751294"/>
            <a:ext cx="9143999" cy="1516156"/>
          </a:xfrm>
          <a:prstGeom prst="rect">
            <a:avLst/>
          </a:prstGeom>
        </p:spPr>
        <p:txBody>
          <a:bodyPr vert="horz" lIns="91440" tIns="45720" rIns="91440" bIns="45720" numCol="2" rtlCol="0">
            <a:normAutofit fontScale="92500" lnSpcReduction="20000"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fontAlgn="b"/>
            <a:r>
              <a:rPr lang="en-US" sz="2400" i="1" dirty="0">
                <a:solidFill>
                  <a:schemeClr val="bg1"/>
                </a:solidFill>
                <a:latin typeface="ITC Berkeley Oldstyle Book" charset="0"/>
                <a:ea typeface="ITC Berkeley Oldstyle Book" charset="0"/>
                <a:cs typeface="ITC Berkeley Oldstyle Book" charset="0"/>
              </a:rPr>
              <a:t>Presented by:</a:t>
            </a:r>
          </a:p>
          <a:p>
            <a:pPr fontAlgn="b"/>
            <a:r>
              <a:rPr lang="en-US" sz="2400" i="1" dirty="0">
                <a:solidFill>
                  <a:schemeClr val="bg1"/>
                </a:solidFill>
                <a:latin typeface="ITC Berkeley Oldstyle Book" charset="0"/>
                <a:ea typeface="ITC Berkeley Oldstyle Book" charset="0"/>
                <a:cs typeface="ITC Berkeley Oldstyle Book" charset="0"/>
              </a:rPr>
              <a:t>Shahab Afshar</a:t>
            </a:r>
          </a:p>
          <a:p>
            <a:pPr fontAlgn="b"/>
            <a:r>
              <a:rPr lang="en-US" sz="2400" i="1" dirty="0">
                <a:solidFill>
                  <a:schemeClr val="bg1"/>
                </a:solidFill>
                <a:latin typeface="ITC Berkeley Oldstyle Book" charset="0"/>
                <a:ea typeface="ITC Berkeley Oldstyle Book" charset="0"/>
                <a:cs typeface="ITC Berkeley Oldstyle Book" charset="0"/>
              </a:rPr>
              <a:t>PhD Student, Computer Engineering</a:t>
            </a:r>
          </a:p>
          <a:p>
            <a:pPr fontAlgn="b"/>
            <a:endParaRPr lang="en-US" sz="2400" i="1" dirty="0">
              <a:solidFill>
                <a:schemeClr val="bg1"/>
              </a:solidFill>
              <a:latin typeface="ITC Berkeley Oldstyle Book" charset="0"/>
              <a:ea typeface="ITC Berkeley Oldstyle Book" charset="0"/>
              <a:cs typeface="ITC Berkeley Oldstyle Book" charset="0"/>
            </a:endParaRPr>
          </a:p>
          <a:p>
            <a:pPr fontAlgn="b"/>
            <a:r>
              <a:rPr lang="en-US" sz="2400" i="1" dirty="0">
                <a:solidFill>
                  <a:schemeClr val="bg1"/>
                </a:solidFill>
                <a:latin typeface="ITC Berkeley Oldstyle Book" charset="0"/>
                <a:ea typeface="ITC Berkeley Oldstyle Book" charset="0"/>
                <a:cs typeface="ITC Berkeley Oldstyle Book" charset="0"/>
              </a:rPr>
              <a:t>Advisor:</a:t>
            </a:r>
          </a:p>
          <a:p>
            <a:pPr fontAlgn="b"/>
            <a:r>
              <a:rPr lang="en-US" sz="2400" i="1" dirty="0">
                <a:solidFill>
                  <a:schemeClr val="bg1"/>
                </a:solidFill>
                <a:latin typeface="ITC Berkeley Oldstyle Book" charset="0"/>
                <a:ea typeface="ITC Berkeley Oldstyle Book" charset="0"/>
                <a:cs typeface="ITC Berkeley Oldstyle Book" charset="0"/>
              </a:rPr>
              <a:t>Professor Ashfaq Khokhar</a:t>
            </a:r>
          </a:p>
          <a:p>
            <a:pPr fontAlgn="b"/>
            <a:r>
              <a:rPr lang="en-US" sz="2400" i="1" dirty="0">
                <a:solidFill>
                  <a:schemeClr val="bg1"/>
                </a:solidFill>
                <a:latin typeface="ITC Berkeley Oldstyle Book" charset="0"/>
                <a:ea typeface="ITC Berkeley Oldstyle Book" charset="0"/>
                <a:cs typeface="ITC Berkeley Oldstyle Book" charset="0"/>
              </a:rPr>
              <a:t>Chair, Department of Electrical and Computer Engineering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667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14BCF-BDF6-5700-5D44-976C85311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029DC-4656-F4BA-85DE-DFB35B8DE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233ED-7444-A058-E569-0FB08DC43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003F7-5398-B193-BFB8-6284CDA9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29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66</Words>
  <Application>Microsoft Office PowerPoint</Application>
  <PresentationFormat>Widescreen</PresentationFormat>
  <Paragraphs>16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Aptos</vt:lpstr>
      <vt:lpstr>Aptos Display</vt:lpstr>
      <vt:lpstr>Arial</vt:lpstr>
      <vt:lpstr>ITC Berkeley Oldstyle Book</vt:lpstr>
      <vt:lpstr>Times</vt:lpstr>
      <vt:lpstr>Univers 55 Oblique</vt:lpstr>
      <vt:lpstr>Univers 55 Roman</vt:lpstr>
      <vt:lpstr>Univers 57 Condensed</vt:lpstr>
      <vt:lpstr>Univers 75 Black</vt:lpstr>
      <vt:lpstr>Office Theme</vt:lpstr>
      <vt:lpstr>PowerPoint Presentation</vt:lpstr>
      <vt:lpstr>Exploring Synergies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Shahab Afshar</dc:creator>
  <cp:lastModifiedBy>Afshar, Shahab [E CPE]</cp:lastModifiedBy>
  <cp:revision>2</cp:revision>
  <dcterms:created xsi:type="dcterms:W3CDTF">2024-11-21T17:06:03Z</dcterms:created>
  <dcterms:modified xsi:type="dcterms:W3CDTF">2025-03-26T17:07:10Z</dcterms:modified>
</cp:coreProperties>
</file>